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79" r:id="rId7"/>
    <p:sldId id="258" r:id="rId8"/>
    <p:sldId id="286" r:id="rId9"/>
    <p:sldId id="287" r:id="rId10"/>
    <p:sldId id="290" r:id="rId11"/>
    <p:sldId id="280" r:id="rId12"/>
    <p:sldId id="289" r:id="rId13"/>
    <p:sldId id="28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0655" autoAdjust="0"/>
  </p:normalViewPr>
  <p:slideViewPr>
    <p:cSldViewPr snapToGrid="0">
      <p:cViewPr varScale="1">
        <p:scale>
          <a:sx n="77" d="100"/>
          <a:sy n="77" d="100"/>
        </p:scale>
        <p:origin x="498" y="9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4/1/2024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4/1/2024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324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244866" cy="3200400"/>
          </a:xfrm>
        </p:spPr>
        <p:txBody>
          <a:bodyPr anchor="ctr"/>
          <a:lstStyle/>
          <a:p>
            <a:pPr algn="ctr"/>
            <a:r>
              <a:rPr lang="en-US" dirty="0"/>
              <a:t>Criminal justice management system proposal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Overview</a:t>
            </a:r>
          </a:p>
          <a:p>
            <a:r>
              <a:rPr lang="en-US" dirty="0"/>
              <a:t>Project objectives </a:t>
            </a:r>
          </a:p>
          <a:p>
            <a:r>
              <a:rPr lang="en-US" dirty="0"/>
              <a:t>UML</a:t>
            </a:r>
          </a:p>
          <a:p>
            <a:r>
              <a:rPr lang="en-US" dirty="0"/>
              <a:t>Timeline </a:t>
            </a:r>
          </a:p>
          <a:p>
            <a:r>
              <a:rPr lang="en-US" dirty="0"/>
              <a:t>Queries</a:t>
            </a:r>
          </a:p>
          <a:p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AFA5E-469B-2BFC-9D4E-BD1EC6E48C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680"/>
            <a:ext cx="4179570" cy="3376691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44268F6-A361-9907-F87F-9C4377EC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 flipV="1">
            <a:off x="0" y="254643"/>
            <a:ext cx="6096000" cy="8557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Placeholder 5" descr="A close up of a car&#10;&#10;Description automatically generated">
            <a:extLst>
              <a:ext uri="{FF2B5EF4-FFF2-40B4-BE49-F238E27FC236}">
                <a16:creationId xmlns:a16="http://schemas.microsoft.com/office/drawing/2014/main" id="{02E9807E-ECD9-E387-6A05-29CF9141DF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5167" b="15167"/>
          <a:stretch>
            <a:fillRect/>
          </a:stretch>
        </p:blipFill>
        <p:spPr>
          <a:xfrm>
            <a:off x="-240146" y="-14605"/>
            <a:ext cx="6576291" cy="6872605"/>
          </a:xfrm>
        </p:spPr>
      </p:pic>
    </p:spTree>
    <p:extLst>
      <p:ext uri="{BB962C8B-B14F-4D97-AF65-F5344CB8AC3E}">
        <p14:creationId xmlns:p14="http://schemas.microsoft.com/office/powerpoint/2010/main" val="2241459136"/>
      </p:ext>
    </p:extLst>
  </p:cSld>
  <p:clrMapOvr>
    <a:masterClrMapping/>
  </p:clrMapOvr>
  <p:transition spd="slow">
    <p:push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087" y="987028"/>
            <a:ext cx="8122236" cy="5482259"/>
          </a:xfrm>
        </p:spPr>
        <p:txBody>
          <a:bodyPr>
            <a:normAutofit fontScale="85000" lnSpcReduction="20000"/>
          </a:bodyPr>
          <a:lstStyle/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Criminal Justice Management System is essential for: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 Resource Allocation: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9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Centralizes data for optimal deployment of personnel and equipment, minimizing response times.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Crime Prevention: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data to identify crime trends, enabling proactive interventions to reduce crime rates.</a:t>
            </a:r>
          </a:p>
          <a:p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Safety: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Builds trust and engagement, encouraging citizen participation in crime prevention efforts.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89E7-FEFC-611D-A662-990705E35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1"/>
            <a:ext cx="7288282" cy="887339"/>
          </a:xfrm>
        </p:spPr>
        <p:txBody>
          <a:bodyPr>
            <a:normAutofit/>
          </a:bodyPr>
          <a:lstStyle/>
          <a:p>
            <a:r>
              <a:rPr lang="en-US" dirty="0"/>
              <a:t>project Objectives: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A4459-7F20-8447-4E21-7271730B5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876823"/>
            <a:ext cx="7288212" cy="529379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Enhancing Public Safety: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Implementing a comprehensive Police Management System to facilitate swift and effective responses to public safety concerns.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Enhancing emergency response capabilities and ensuring timely assistance to individuals in distress</a:t>
            </a:r>
            <a:r>
              <a:rPr lang="en-US" dirty="0"/>
              <a:t>.</a:t>
            </a:r>
          </a:p>
          <a:p>
            <a:r>
              <a:rPr lang="en-US" dirty="0"/>
              <a:t>Improving Crime Prevention Strategies: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Leveraging data analytics and predictive modeling to identify crime hotspots and emerging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Developing proactive policing strategies tailored to specific community needs and crime patterns.</a:t>
            </a:r>
          </a:p>
        </p:txBody>
      </p:sp>
    </p:spTree>
    <p:extLst>
      <p:ext uri="{BB962C8B-B14F-4D97-AF65-F5344CB8AC3E}">
        <p14:creationId xmlns:p14="http://schemas.microsoft.com/office/powerpoint/2010/main" val="218943498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D22E6-EBE3-035F-0A34-1460DF4C4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88" y="1505778"/>
            <a:ext cx="7288212" cy="4094922"/>
          </a:xfrm>
        </p:spPr>
        <p:txBody>
          <a:bodyPr>
            <a:normAutofit fontScale="92500"/>
          </a:bodyPr>
          <a:lstStyle/>
          <a:p>
            <a:r>
              <a:rPr lang="en-US" dirty="0"/>
              <a:t>Optimizing Resource Allocation: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Streamlining resource allocation processes to ensure the efficient deployment of personnel, vehicles, and equipment.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Utilizing real-time data insights to prioritize areas with the highest crime rates and allocate resources accordingly.</a:t>
            </a:r>
          </a:p>
          <a:p>
            <a:r>
              <a:rPr lang="en-US" dirty="0"/>
              <a:t>Strengthening Community Relations: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Establishing open communication channels between law enforcement agencies and the community.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dirty="0"/>
              <a:t>Implementing community engagement initiatives to build trust, foster collaboration, and address community concerns effectively.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C9E60-9504-45E1-9BD1-056A03B80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41671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3CA0-6C0C-D7A4-A300-FEAFF3CA99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err="1"/>
              <a:t>uml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B2A3C-E27E-4981-CF55-A0BC55A5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27464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FD4189-2807-BA91-3C07-EEC1040CC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2100" y="406401"/>
            <a:ext cx="3441700" cy="596900"/>
          </a:xfrm>
        </p:spPr>
        <p:txBody>
          <a:bodyPr/>
          <a:lstStyle/>
          <a:p>
            <a:pPr algn="ctr"/>
            <a:r>
              <a:rPr lang="en-US" dirty="0"/>
              <a:t>Uml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137CF8-936C-DB14-C97E-43AD2E832747}"/>
              </a:ext>
            </a:extLst>
          </p:cNvPr>
          <p:cNvSpPr/>
          <p:nvPr/>
        </p:nvSpPr>
        <p:spPr>
          <a:xfrm>
            <a:off x="190500" y="1003301"/>
            <a:ext cx="11239500" cy="561339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B86A92-6733-919E-34B8-A8F506DC7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1300"/>
            <a:ext cx="10171134" cy="661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A1FE7-E6E1-1034-4184-0ADA6BF8F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136525"/>
            <a:ext cx="6556828" cy="1524735"/>
          </a:xfrm>
        </p:spPr>
        <p:txBody>
          <a:bodyPr/>
          <a:lstStyle/>
          <a:p>
            <a:pPr algn="ctr"/>
            <a:r>
              <a:rPr lang="en-US" dirty="0"/>
              <a:t>Timeline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CEA8C-8B1A-911A-F82D-3E97ED4A45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Development: (3-4)-weeks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Testing:(1-2)-week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Estimated completion:6-weeks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77955D-4BAC-5EEF-C2D3-3074B717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3284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E3CA0-6C0C-D7A4-A300-FEAFF3CA99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Q&amp;A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04B7C-C8B1-1279-3F40-878E431BB3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Any question or queries?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B2A3C-E27E-4981-CF55-A0BC55A5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41881"/>
      </p:ext>
    </p:extLst>
  </p:cSld>
  <p:clrMapOvr>
    <a:masterClrMapping/>
  </p:clrMapOvr>
  <p:transition spd="slow"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C29E-DF30-4DC6-AB95-2016F9A70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3118247"/>
          </a:xfrm>
        </p:spPr>
        <p:txBody>
          <a:bodyPr>
            <a:noAutofit/>
          </a:bodyPr>
          <a:lstStyle/>
          <a:p>
            <a:r>
              <a:rPr lang="en-US" dirty="0"/>
              <a:t>Muhammad Moiz Ahmad</a:t>
            </a:r>
          </a:p>
          <a:p>
            <a:r>
              <a:rPr lang="en-US" dirty="0"/>
              <a:t>BSCE-22029</a:t>
            </a:r>
          </a:p>
          <a:p>
            <a:r>
              <a:rPr lang="en-US" dirty="0" err="1"/>
              <a:t>Shawaiz</a:t>
            </a:r>
            <a:r>
              <a:rPr lang="en-US" dirty="0"/>
              <a:t> Asghar</a:t>
            </a:r>
          </a:p>
          <a:p>
            <a:r>
              <a:rPr lang="en-US" dirty="0"/>
              <a:t>BSCE-22036</a:t>
            </a:r>
          </a:p>
          <a:p>
            <a:r>
              <a:rPr lang="en-US" dirty="0" err="1"/>
              <a:t>Aliyan</a:t>
            </a:r>
            <a:r>
              <a:rPr lang="en-US" dirty="0"/>
              <a:t> Waseem</a:t>
            </a:r>
          </a:p>
          <a:p>
            <a:r>
              <a:rPr lang="en-US" dirty="0"/>
              <a:t>BSCE-23004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{C4827E6F-8497-4F9C-A5A4-68C60DEFC390}tf67328976_win32</Template>
  <TotalTime>66</TotalTime>
  <Words>272</Words>
  <Application>Microsoft Office PowerPoint</Application>
  <PresentationFormat>Widescreen</PresentationFormat>
  <Paragraphs>63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Tenorite</vt:lpstr>
      <vt:lpstr>Times New Roman</vt:lpstr>
      <vt:lpstr>Wingdings</vt:lpstr>
      <vt:lpstr>Custom</vt:lpstr>
      <vt:lpstr>Criminal justice management system proposal</vt:lpstr>
      <vt:lpstr>AGENDA</vt:lpstr>
      <vt:lpstr>Overview</vt:lpstr>
      <vt:lpstr>PowerPoint Presentation</vt:lpstr>
      <vt:lpstr>project Objectives: </vt:lpstr>
      <vt:lpstr>PowerPoint Presentation</vt:lpstr>
      <vt:lpstr>uml</vt:lpstr>
      <vt:lpstr>Uml </vt:lpstr>
      <vt:lpstr>Timeline</vt:lpstr>
      <vt:lpstr>Q&amp;A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Police management system proposal</dc:title>
  <dc:creator>bsce22029</dc:creator>
  <cp:lastModifiedBy>bsce22029</cp:lastModifiedBy>
  <cp:revision>3</cp:revision>
  <dcterms:created xsi:type="dcterms:W3CDTF">2024-03-23T10:23:51Z</dcterms:created>
  <dcterms:modified xsi:type="dcterms:W3CDTF">2024-04-01T08:39:13Z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